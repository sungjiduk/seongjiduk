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o/Project/3차 백엔드 프로젝트/발표자료/ppt/_src/rendered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o/Project/3차 백엔드 프로젝트/발표자료/ppt/_src/rendered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o/Project/3차 백엔드 프로젝트/발표자료/ppt/_src/rendered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o/Project/3차 백엔드 프로젝트/발표자료/ppt/_src/rendered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o/Project/3차 백엔드 프로젝트/발표자료/ppt/_src/rendered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o/Project/3차 백엔드 프로젝트/발표자료/ppt/_src/rendered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o/Project/3차 백엔드 프로젝트/발표자료/ppt/_src/rendered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o/Project/3차 백엔드 프로젝트/발표자료/ppt/_src/rendered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o/Project/3차 백엔드 프로젝트/발표자료/ppt/_src/rendered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o/Project/3차 백엔드 프로젝트/발표자료/ppt/_src/rendered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o/Project/3차 백엔드 프로젝트/발표자료/ppt/_src/rendered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o/Project/3차 백엔드 프로젝트/발표자료/ppt/_src/rendered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o/Project/3차 백엔드 프로젝트/발표자료/ppt/_src/rendered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o/Project/3차 백엔드 프로젝트/발표자료/ppt/_src/rendered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o/Project/3차 백엔드 프로젝트/발표자료/ppt/_src/rendered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o/Project/3차 백엔드 프로젝트/발표자료/ppt/_src/rendered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o/Project/3차 백엔드 프로젝트/발표자료/ppt/_src/rendered/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o/Project/3차 백엔드 프로젝트/발표자료/ppt/_src/rendered/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o/Project/3차 백엔드 프로젝트/발표자료/ppt/_src/rendered/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2026-07-09T23:06:17Z</dcterms:created>
  <dcterms:modified xsi:type="dcterms:W3CDTF">2026-07-09T23:06:17Z</dcterms:modified>
</cp:coreProperties>
</file>