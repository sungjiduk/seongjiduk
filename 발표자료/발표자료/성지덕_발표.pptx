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teo-Project-3------------claude-worktrees-wonderful-wilson-5916cb/839f1015-f90d-4f10-91dc-a59e926fb2ef/scratchpad/rendered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2026-07-09T18:46:48Z</dcterms:created>
  <dcterms:modified xsi:type="dcterms:W3CDTF">2026-07-09T18:46:48Z</dcterms:modified>
</cp:coreProperties>
</file>